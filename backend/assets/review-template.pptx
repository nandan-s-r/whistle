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ae97256e904cbd" /><Relationship Type="http://schemas.openxmlformats.org/officeDocument/2006/relationships/extended-properties" Target="/docProps/app.xml" Id="Rc92a96e4ca8243c1" /><Relationship Type="http://schemas.openxmlformats.org/officeDocument/2006/relationships/officeDocument" Target="/ppt/presentation.xml" Id="R41b60770e93244f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3de9afd81b44519"/>
  </p:sldMasterIdLst>
  <p:notesMasterIdLst>
    <p:notesMasterId xmlns:r="http://schemas.openxmlformats.org/officeDocument/2006/relationships" r:id="R9a43513cd057425c"/>
  </p:notesMasterIdLst>
  <p:sldIdLst>
    <p:sldId xmlns:r="http://schemas.openxmlformats.org/officeDocument/2006/relationships" id="256" r:id="Rac044c692845499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0ed9ffb21ed4d76" /><Relationship Type="http://schemas.openxmlformats.org/officeDocument/2006/relationships/slideMaster" Target="/ppt/slideMasters/slideMaster1.xml" Id="Rd3de9afd81b44519" /><Relationship Type="http://schemas.openxmlformats.org/officeDocument/2006/relationships/notesMaster" Target="/ppt/notesMasters/notesMaster1.xml" Id="R9a43513cd057425c" /><Relationship Type="http://schemas.openxmlformats.org/officeDocument/2006/relationships/presProps" Target="/ppt/presProps.xml" Id="R61581c590a0f440a" /><Relationship Type="http://schemas.openxmlformats.org/officeDocument/2006/relationships/tableStyles" Target="/ppt/tableStyles.xml" Id="R77c9b9cac87e475b" /><Relationship Type="http://schemas.openxmlformats.org/officeDocument/2006/relationships/slide" Target="/ppt/slides/slide1.xml" Id="Rac044c69284549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e41221ae2ca48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8092a0627e46c8" /><Relationship Type="http://schemas.openxmlformats.org/officeDocument/2006/relationships/notesMaster" Target="/ppt/notesMasters/notesMaster1.xml" Id="Ra4cc7b3a27b74a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{{NOTES}}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d389835d02497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071fa0163b142d1" /><Relationship Type="http://schemas.openxmlformats.org/officeDocument/2006/relationships/slideLayout" Target="/ppt/slideLayouts/slideLayout1.xml" Id="Rc42f6c4cbff2470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2f6c4cbff2470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932fddc7a340c0" /><Relationship Type="http://schemas.openxmlformats.org/officeDocument/2006/relationships/notesSlide" Target="/ppt/notesSlides/notesSlide1.xml" Id="R9f79e6902e8240e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204A3B-4D0D-419E-A9C4-4D6D7339B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{{KICKER}}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30F18E-81A3-4F02-9683-6E40177CD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66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{{TITLE}}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6D7CA5-DD82-432C-B13A-C05E2A166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0668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32A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32A4A"/>
                </a:solidFill>
                <a:latin typeface="Arial"/>
                <a:ea typeface="Arial"/>
                <a:cs typeface="Arial"/>
              </a:rPr>
              <a:t>{{BODY}}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6CCF42-DEA8-4BAE-B980-BC4D4E49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{{FOOTER}}</a:t>
            </a:r>
          </a:p>
        </p:txBody>
      </p:sp>
    </p:spTree>
    <p:extLst>
      <p:ext uri="{BB962C8B-B14F-4D97-AF65-F5344CB8AC3E}">
        <p14:creationId xmlns:p14="http://schemas.microsoft.com/office/powerpoint/2010/main" val="18018034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2026-10-03T09:40:15.8690000Z</dcterms:created>
  <dcterms:modified xsi:type="dcterms:W3CDTF">2026-10-03T09:40:15.8700000Z</dcterms:modified>
</coreProperties>
</file>